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main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first"/>
    <p:sldId id="257" r:id="second"/>
  </p:sldIdLst>
  <p:sldSz cx="9144000" cy="5143500"/>
</p:presentation>
</file>

<file path=ppt/_rels/presentation.xml.rels><Relationships xmlns="http://schemas.openxmlformats.org/package/2006/relationships"><Relationship Id="first" Type="http://schemas.openxmlformats.org/officeDocument/2006/relationships/slide" Target="slides/slide1.xml"/><Relationship Id="second" Type="http://schemas.openxmlformats.org/officeDocument/2006/relationships/slide" Target="slides/slide2.xml"/></Relationships>
</file>

<file path=ppt/slides/_rels/slide1.xml.rels><Relationships xmlns="http://schemas.openxmlformats.org/package/2006/relationships"><Relationship Id="image" Type="http://schemas.openxmlformats.org/officeDocument/2006/relationships/image" Target="../media/checker.png"/></Relationships>
</file>

<file path=ppt/slides/_rels/slide2.xml.rels><Relationships xmlns="http://schemas.openxmlformats.org/package/2006/relationships"><Relationship Id="image" Type="http://schemas.openxmlformats.org/officeDocument/2006/relationships/image" Target="../media/checker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F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571500"/>
            <a:ext cx="787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3600">
                <a:solidFill>
                  <a:srgbClr val="FFFFFF"/>
                </a:solidFill>
                <a:latin typeface="Arial"/>
              </a:rPr>
              <a:t>PPTX preview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71500" y="1714500"/>
            <a:ext cx="7747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2000">
                <a:solidFill>
                  <a:srgbClr val="FFFFFF"/>
                </a:solidFill>
                <a:latin typeface="Arial"/>
              </a:rPr>
              <a:t>Read-only slides. Selectable text.</a:t>
            </a:r>
          </a:p>
        </p:txBody>
      </p:sp>
      <p:pic>
        <p:nvPicPr>
          <p:cNvPr id="5" name="Synthetic checkerboard"/>
          <p:cNvPicPr/>
          <p:nvPr/>
        </p:nvPicPr>
        <p:blipFill>
          <a:blip r:embed="image"/>
          <a:srcRect l="10000" r="10000"/>
          <a:stretch>
            <a:fillRect/>
          </a:stretch>
        </p:blipFill>
        <p:spPr>
          <a:xfrm>
            <a:off x="571500" y="2857500"/>
            <a:ext cx="3429000" cy="1206500"/>
          </a:xfrm>
          <a:prstGeom prst="rect">
            <a:avLst/>
          </a:prstGeom>
          <a:ln w="19050">
            <a:solidFill>
              <a:srgbClr val="55B6A4"/>
            </a:solidFill>
          </a:ln>
        </p:spPr>
      </p:pic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571500"/>
            <a:ext cx="787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3200">
                <a:solidFill>
                  <a:srgbClr val="142F55"/>
                </a:solidFill>
                <a:latin typeface="Arial"/>
              </a:rPr>
              <a:t>Second slide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71500" y="1651000"/>
            <a:ext cx="7747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2000">
                <a:solidFill>
                  <a:srgbClr val="142F55"/>
                </a:solidFill>
                <a:latin typeface="Arial"/>
              </a:rPr>
              <a:t>Search, zoom and page navigation</a:t>
            </a:r>
          </a:p>
        </p:txBody>
      </p:sp>
      <p:pic>
        <p:nvPicPr>
          <p:cNvPr id="5" name="Synthetic checkerboard"/>
          <p:cNvPicPr/>
          <p:nvPr/>
        </p:nvPicPr>
        <p:blipFill>
          <a:blip r:embed="image"/>
          <a:srcRect l="10000" r="10000"/>
          <a:stretch>
            <a:fillRect/>
          </a:stretch>
        </p:blipFill>
        <p:spPr>
          <a:xfrm>
            <a:off x="4635500" y="2857500"/>
            <a:ext cx="3810000" cy="1397000"/>
          </a:xfrm>
          <a:prstGeom prst="rect">
            <a:avLst/>
          </a:prstGeom>
          <a:ln w="19050">
            <a:solidFill>
              <a:srgbClr val="55B6A4"/>
            </a:solidFill>
          </a:ln>
        </p:spPr>
      </p:pic>
    </p:spTree>
  </p:cSld>
</p:sld>
</file>